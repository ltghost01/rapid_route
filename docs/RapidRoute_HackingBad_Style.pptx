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Hacking Bad slide 1 style: left identity, right problem. Fill team name and ID. Do not invent stats.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Proposed solution bullets + four unique points. Stay on JUDGE_QA. No AI model. No live GPS.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then down. Dispatcher creates. Unit assigned. App scores Google candidates. Database stores the decision. If admin blocks, red box: remove and adopt.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keys: browser draws the map. Server calls Routes. Frontend never calls Google Routes. Keys not on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image" Target="../media/image-2-1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image" Target="../media/image-3-5.jpg"/><Relationship Id="rId6" Type="http://schemas.openxmlformats.org/officeDocument/2006/relationships/image" Target="../media/image-3-6.jpg"/><Relationship Id="rId7" Type="http://schemas.openxmlformats.org/officeDocument/2006/relationships/image" Target="../media/image-3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image" Target="../media/image-4-5.jpg"/><Relationship Id="rId6" Type="http://schemas.openxmlformats.org/officeDocument/2006/relationships/image" Target="../media/image-4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74920" cy="6858000"/>
          </a:xfrm>
          <a:prstGeom prst="rect">
            <a:avLst/>
          </a:prstGeom>
          <a:solidFill>
            <a:srgbClr val="174EA6"/>
          </a:solidFill>
          <a:ln w="12700">
            <a:solidFill>
              <a:srgbClr val="174EA6"/>
            </a:solidFill>
            <a:prstDash val="solid"/>
          </a:ln>
        </p:spPr>
      </p:sp>
      <p:pic>
        <p:nvPicPr>
          <p:cNvPr id="3" name="Image 0" descr="/home/ghost/projects/MOSSAD/docs/deck-icons/ambulan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2004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" y="12344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RAPIDROUTE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320040" y="19202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2E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Emergency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2E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Route Management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20040" y="288036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B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ID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20040" y="308152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RIH-PS-011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20040" y="352044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B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" y="37216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20040" y="416052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B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" y="43616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dispatch / Smart mobility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20040" y="480060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B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20040" y="50017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registered name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20040" y="544068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B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20040" y="56418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registered ID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39496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4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DESCRIPTION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5394960" y="777240"/>
            <a:ext cx="2194560" cy="64008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94960" y="10515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vehicles need the right unit and the right route, not simply the first line on a consumer map.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440680" y="2011680"/>
            <a:ext cx="384048" cy="384048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4068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989320" y="20116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ambulance is free and compatible?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40680" y="2971800"/>
            <a:ext cx="384048" cy="384048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4068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989320" y="297180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Google alternative should we send?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440680" y="3931920"/>
            <a:ext cx="384048" cy="384048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4068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989320" y="393192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a corridor becomes blocked mid-run?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440680" y="4892040"/>
            <a:ext cx="384048" cy="384048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4068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989320" y="489204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explain the choice, not hide it?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394960" y="5943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is the road atlas. RapidRoute is the control-room officer.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1051560" cy="1051560"/>
          </a:xfrm>
          <a:prstGeom prst="ellipse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pic>
        <p:nvPicPr>
          <p:cNvPr id="3" name="Image 0" descr="/home/ghost/projects/MOSSAD/docs/deck-icons/che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347472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128016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08760" y="274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4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1508760" y="777240"/>
            <a:ext cx="1033272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691640" y="86868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Web control-room app. Dispatcher creates an incident (origin + hospital).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691640" y="119786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System assigns a free compatible unit (ambulance, fire engine, or police).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91640" y="152704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Backend calls Google Routes. Google returns 2 to 3 real paths with ETA and traffic.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691640" y="1856232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RapidRoute scores those candidates. Lowest penalty wins. Why this route is shown.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691640" y="2185416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If a road is blocked, that candidate is removed, not traded off in the score.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691640" y="251460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If every corridor is blocked: No suitable route available.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691640" y="284378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Journey marker moves along Google's line as a simulation. Not live van GPS.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691640" y="317296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Admin only can block a live corridor. Labelled DEMO SIMULATION, not a city feed.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65760" y="38404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4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special points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365760" y="4251960"/>
            <a:ext cx="281635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pic>
        <p:nvPicPr>
          <p:cNvPr id="17" name="Image 1" descr="/home/ghost/projects/MOSSAD/docs/deck-icons/ambulanc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389120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97280" y="44622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first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30352" y="5029200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Picks a free compatible vehicle. Google does not do that.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3310128" y="4251960"/>
            <a:ext cx="281635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pic>
        <p:nvPicPr>
          <p:cNvPr id="21" name="Image 2" descr="/home/ghost/projects/MOSSAD/docs/deck-icons/blocke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288" y="438912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041648" y="44622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block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3474720" y="5029200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= ineligible. Never a score trade-off.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254496" y="4251960"/>
            <a:ext cx="281635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pic>
        <p:nvPicPr>
          <p:cNvPr id="25" name="Image 3" descr="/home/ghost/projects/MOSSAD/docs/deck-icons/consol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4389120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86016" y="44622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formula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419088" y="5029200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penalty. Not a trained AI model.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9198864" y="4251960"/>
            <a:ext cx="281635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pic>
        <p:nvPicPr>
          <p:cNvPr id="29" name="Image 4" descr="/home/ghost/projects/MOSSAD/docs/deck-icons/check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6024" y="4389120"/>
            <a:ext cx="502920" cy="5029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930384" y="44622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fallback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9363456" y="5029200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down? Labelled DEMO SIMULATION.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4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RapidRoute works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chart of a live dispatch</a:t>
            </a:r>
            <a:endParaRPr lang="en-US" sz="1300" dirty="0"/>
          </a:p>
        </p:txBody>
      </p:sp>
      <p:pic>
        <p:nvPicPr>
          <p:cNvPr id="4" name="Image 0" descr="/home/ghost/projects/MOSSAD/docs/deck-icons/dispatch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14400"/>
            <a:ext cx="777240" cy="777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1737360"/>
            <a:ext cx="1691640" cy="292608"/>
          </a:xfrm>
          <a:prstGeom prst="roundRect">
            <a:avLst>
              <a:gd name="adj" fmla="val 12500"/>
            </a:avLst>
          </a:prstGeom>
          <a:solidFill>
            <a:srgbClr val="E8F0FE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17373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4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Dispatcher</a:t>
            </a:r>
            <a:endParaRPr lang="en-US" sz="1200" dirty="0"/>
          </a:p>
        </p:txBody>
      </p:sp>
      <p:pic>
        <p:nvPicPr>
          <p:cNvPr id="7" name="Image 1" descr="/home/ghost/projects/MOSSAD/docs/deck-icons/hospita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914400"/>
            <a:ext cx="777240" cy="7772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561320" y="1737360"/>
            <a:ext cx="1325880" cy="292608"/>
          </a:xfrm>
          <a:prstGeom prst="roundRect">
            <a:avLst>
              <a:gd name="adj" fmla="val 12500"/>
            </a:avLst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561320" y="17373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160520" y="868680"/>
            <a:ext cx="38862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1A73E8"/>
            </a:solidFill>
            <a:prstDash val="solid"/>
          </a:ln>
        </p:spPr>
      </p:sp>
      <p:pic>
        <p:nvPicPr>
          <p:cNvPr id="11" name="Image 2" descr="/home/ghost/projects/MOSSAD/docs/deck-icons/consol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960120"/>
            <a:ext cx="1234440" cy="9601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297680" y="19659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4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RapidRoute app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4297680" y="22402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 ·  Score  ·  Explain</a:t>
            </a:r>
            <a:endParaRPr lang="en-US" sz="1200" dirty="0"/>
          </a:p>
        </p:txBody>
      </p:sp>
      <p:pic>
        <p:nvPicPr>
          <p:cNvPr id="14" name="Image 3" descr="/home/ghost/projects/MOSSAD/docs/deck-icons/databas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3017520"/>
            <a:ext cx="868680" cy="86868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212080" y="3886200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E37400"/>
          </a:solidFill>
          <a:ln w="12700">
            <a:solidFill>
              <a:srgbClr val="E37400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5212080" y="3886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160520" y="4343400"/>
            <a:ext cx="3886200" cy="777240"/>
          </a:xfrm>
          <a:prstGeom prst="roundRect">
            <a:avLst>
              <a:gd name="adj" fmla="val 7059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4251960" y="441655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Routes API  (server only)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251960" y="4672584"/>
            <a:ext cx="3703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to 3 real paths  ·  ETA  ·  traffic-aware times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320040" y="2240280"/>
            <a:ext cx="3383280" cy="1234440"/>
          </a:xfrm>
          <a:prstGeom prst="roundRect">
            <a:avLst>
              <a:gd name="adj" fmla="val 4444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11480" y="23134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Create incident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11480" y="2569464"/>
            <a:ext cx="32004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+ hospital. Search or pin on the map.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320040" y="3657600"/>
            <a:ext cx="3383280" cy="1417320"/>
          </a:xfrm>
          <a:prstGeom prst="roundRect">
            <a:avLst>
              <a:gd name="adj" fmla="val 3871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11480" y="37307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Assign unit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11480" y="3986784"/>
            <a:ext cx="320040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Closest free compatible vehicle.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 / fire / police.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8458200" y="2240280"/>
            <a:ext cx="3383280" cy="1234440"/>
          </a:xfrm>
          <a:prstGeom prst="roundRect">
            <a:avLst>
              <a:gd name="adj" fmla="val 4444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549640" y="23134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Score routes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8549640" y="2569464"/>
            <a:ext cx="32004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 + distance + traffic + road.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penalty wins.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8458200" y="3657600"/>
            <a:ext cx="3383280" cy="1417320"/>
          </a:xfrm>
          <a:prstGeom prst="roundRect">
            <a:avLst>
              <a:gd name="adj" fmla="val 3871"/>
            </a:avLst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549640" y="37307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If blocked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8549640" y="3986784"/>
            <a:ext cx="320040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that candidate.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Re-query from current point.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a clear alternative.</a:t>
            </a:r>
            <a:endParaRPr lang="en-US" sz="1200" dirty="0"/>
          </a:p>
        </p:txBody>
      </p:sp>
      <p:pic>
        <p:nvPicPr>
          <p:cNvPr id="32" name="Image 4" descr="/home/ghost/projects/MOSSAD/docs/deck-icons/ambulance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5212080"/>
            <a:ext cx="640080" cy="640080"/>
          </a:xfrm>
          <a:prstGeom prst="rect">
            <a:avLst/>
          </a:prstGeom>
        </p:spPr>
      </p:pic>
      <p:pic>
        <p:nvPicPr>
          <p:cNvPr id="33" name="Image 5" descr="/home/ghost/projects/MOSSAD/docs/deck-icons/fire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5212080"/>
            <a:ext cx="640080" cy="6400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874520" y="5349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on the map</a:t>
            </a:r>
            <a:endParaRPr lang="en-US" sz="1200" dirty="0"/>
          </a:p>
        </p:txBody>
      </p:sp>
      <p:pic>
        <p:nvPicPr>
          <p:cNvPr id="35" name="Image 6" descr="/home/ghost/projects/MOSSAD/docs/deck-icons/blocked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9640" y="5212080"/>
            <a:ext cx="594360" cy="59436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235440" y="5303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3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block is DEMO SIMULATION</a:t>
            </a:r>
            <a:endParaRPr lang="en-US" sz="1200" dirty="0"/>
          </a:p>
        </p:txBody>
      </p:sp>
      <p:sp>
        <p:nvSpPr>
          <p:cNvPr id="37" name="Shape 28"/>
          <p:cNvSpPr/>
          <p:nvPr/>
        </p:nvSpPr>
        <p:spPr>
          <a:xfrm>
            <a:off x="2057400" y="1554480"/>
            <a:ext cx="1965960" cy="164592"/>
          </a:xfrm>
          <a:prstGeom prst="rightArrow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8138160" y="1554480"/>
            <a:ext cx="1965960" cy="164592"/>
          </a:xfrm>
          <a:prstGeom prst="rightArrow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5943600" y="2834640"/>
            <a:ext cx="182880" cy="182880"/>
          </a:xfrm>
          <a:prstGeom prst="downArrow">
            <a:avLst/>
          </a:prstGeom>
          <a:solidFill>
            <a:srgbClr val="E37400"/>
          </a:solidFill>
          <a:ln w="12700">
            <a:solidFill>
              <a:srgbClr val="E374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11521440" cy="1051560"/>
          </a:xfrm>
          <a:prstGeom prst="roundRect">
            <a:avLst>
              <a:gd name="adj" fmla="val 8696"/>
            </a:avLst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554480"/>
            <a:ext cx="37490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pic>
        <p:nvPicPr>
          <p:cNvPr id="5" name="Image 0" descr="/home/ghost/projects/MOSSAD/docs/deck-icons/conso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8288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02920" y="26060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React, TypeScript, Vite, Tailwind, Google Maps JS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51960" y="1554480"/>
            <a:ext cx="37490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pic>
        <p:nvPicPr>
          <p:cNvPr id="9" name="Image 1" descr="/home/ghost/projects/MOSSAD/docs/deck-icons/dispatch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783080"/>
            <a:ext cx="685800" cy="685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57800" y="18288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434840" y="26060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Express, TypeScript, JWT, Zod, scoring service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183880" y="1554480"/>
            <a:ext cx="37490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pic>
        <p:nvPicPr>
          <p:cNvPr id="13" name="Image 2" descr="/home/ghost/projects/MOSSAD/docs/deck-icons/databas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783080"/>
            <a:ext cx="685800" cy="685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89720" y="18288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366760" y="26060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Prisma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320040" y="3794760"/>
            <a:ext cx="37490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pic>
        <p:nvPicPr>
          <p:cNvPr id="17" name="Image 3" descr="/home/ghost/projects/MOSSAD/docs/deck-icons/ambulanc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023360"/>
            <a:ext cx="685800" cy="685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069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502920" y="48463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Routes API on the server only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251960" y="3794760"/>
            <a:ext cx="37490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pic>
        <p:nvPicPr>
          <p:cNvPr id="21" name="Image 4" descr="/home/ghost/projects/MOSSAD/docs/deck-icons/blocked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4023360"/>
            <a:ext cx="685800" cy="6858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257800" y="4069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4434840" y="48463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roads removed before scoring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8183880" y="3794760"/>
            <a:ext cx="37490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pic>
        <p:nvPicPr>
          <p:cNvPr id="25" name="Image 5" descr="/home/ghost/projects/MOSSAD/docs/deck-icons/check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4023360"/>
            <a:ext cx="685800" cy="6858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189720" y="4069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4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</a:t>
            </a:r>
            <a:endParaRPr lang="en-US" sz="1800" dirty="0"/>
          </a:p>
        </p:txBody>
      </p:sp>
      <p:sp>
        <p:nvSpPr>
          <p:cNvPr id="27" name="Text 19"/>
          <p:cNvSpPr/>
          <p:nvPr/>
        </p:nvSpPr>
        <p:spPr>
          <a:xfrm>
            <a:off x="8366760" y="48463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Labelled DEMO SIMULATION if Google fails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RapidRoute | RIH-PS-011</dc:title>
  <dc:subject>PptxGenJS Presentation</dc:subject>
  <dc:creator>RapidRoute</dc:creator>
  <cp:lastModifiedBy>RapidRoute</cp:lastModifiedBy>
  <cp:revision>1</cp:revision>
  <dcterms:created xsi:type="dcterms:W3CDTF">2026-08-25T04:29:17Z</dcterms:created>
  <dcterms:modified xsi:type="dcterms:W3CDTF">2026-08-25T04:29:17Z</dcterms:modified>
</cp:coreProperties>
</file>