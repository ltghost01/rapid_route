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Team ID and Team Name exactly as registered. Do not invent IDs. This is the official SIH title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slide 2 pointers: solution, how it addresses, uniqueness. Stay on JUDGE_QA facts. No invented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slide 3: technologies + methodology. Frontend never calls Google Routes. Marker motion is a simulation along Google's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slide 4: feasibility, risks, mitigation. Only facts we implemented. Do not claim municipal feeds or live GPS.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slide 5: audience + social/economic/environmental benefits. Do not invent lives-saved numbers. Environmental line is only about not driving into a blocked corridor.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SIH slide 6: only real links. Judges can open GitHub and Google docs. Do not add fake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12191695" cy="141732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CB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783080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7830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RIH-PS-011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963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2496312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496312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Emergency Vehicle Route Management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95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3209544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209544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Dispatch / Smart Mobility / Route Optimization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922776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2277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3922776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922776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636008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6360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4636008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636008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registered Team ID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32918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3492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749040" y="5349240"/>
            <a:ext cx="7955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53492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name registered on the portal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 |  How it addresses the problem  |  Innovation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 control-room layer on Google Routes. Google returns 2 to 3 real road alternatives. RapidRoute assigns a free compatible unit, scores those alternatives, removes a blocked corridor, and writes why the route was chosen. It is not a new GPS and not Google Maps with a new skin.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55778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Dispatchers need the right unit, not only a consumer route.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3931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Traffic and corridor status can change after dispatch.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16966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 blocked road is removed before scoring, not traded off.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70001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every corridor is blocked: no suitable route available.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23036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Why this route is shown and stored in the event log.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560320"/>
            <a:ext cx="5669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697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and uniqueness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0906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310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is the atlas. RapidRoute is the officer.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6576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safety rule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8770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= ineligible. Never a score trade-off.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2245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formula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4439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penalty. Not a trained AI model.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79145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split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50109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admin can block a live corridor.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535838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fallback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55778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Google is down: labelled DEMO SIMULATION.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  |  Methodology and process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103120" cy="420624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987552"/>
            <a:ext cx="4434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987552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TypeScript, Vite, Tailwind CSS, Google Maps JS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103120" cy="420624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1463040"/>
            <a:ext cx="4434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46304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Express, TypeScript, JWT, Zod, route scoring 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2103120" cy="420624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38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1938528"/>
            <a:ext cx="4434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938528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Prisma (incidents, routes, events, fleet)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2103120" cy="420624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140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68880" y="2414016"/>
            <a:ext cx="4434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41401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Routes API on the server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2103120" cy="420624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895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2889504"/>
            <a:ext cx="4434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88950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key = map. Server key = Routes. Not on GitHub.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960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process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1280160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2801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Create incident (origin + hospital)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0" y="184708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84708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Assign free compatible unit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132320" y="2414016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241401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Backend calls Google Routes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0" y="2980944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98094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Score ETA, distance, traffic, road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32320" y="354787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354787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Lowest penalty wins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32320" y="4114800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11480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Start journey (simulated motion)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32320" y="468172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468172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If blocked: re-query from here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0" y="5248656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524865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Remove blocked. Adopt clear alt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3794760" cy="45720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5087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Working prototype: React + Express + PostgreSQL.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3774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Google Routes already returns live candidates when keys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2461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Scoring is a formula, so it is testable without a model.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411480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Four evaluator scenarios pass on a fixed CSV/JSON schema.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4983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Demo city (Mumbai) origins and hospitals are searchable.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868680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868680"/>
            <a:ext cx="379476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9326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risks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62272" y="15087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Google may return only one corridor.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62272" y="23774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Provider timeout or quota can fail a live demo.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62272" y="32461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No real van GPS in this prototype.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62272" y="411480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Admin blockage is simulated, not a municipal feed.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2272" y="4983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Two browser tabs used to double-tick the old client clock.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868680"/>
            <a:ext cx="3794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868680"/>
            <a:ext cx="3794760" cy="457200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9326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handle them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150876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If only one Google path: request a via-Sion / Lalbaug alternate.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94192" y="237744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If Google is down: labelled DEMO SIMULATION fixtures.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94192" y="32461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Motion is animation. Official ETA stays until reroute.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94192" y="411480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Block is admin-only and labelled DEMO SIMULATION.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4192" y="4983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Server-side journey ticks. Browser listens. Mute for the room.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impact on the target audience  |  Benefits of the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794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6002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a free compatible unit. See scored Google alternatives. Read Why this route.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051560"/>
            <a:ext cx="3794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/ admin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62272" y="16002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or clear a live corridor. Run the four evaluator scenarios. Manage fleet.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051560"/>
            <a:ext cx="3794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/ scene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94192" y="160020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blocked road is not used. If nothing is open, the system says so instead of inventing a path.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00400"/>
            <a:ext cx="2816352" cy="438912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5526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" y="379476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operational choice: blocked corridors are excluded before scoring.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10128" y="320040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0128" y="3200400"/>
            <a:ext cx="2816352" cy="438912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325526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38144" y="379476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logged reason for every select and reroute. Roles stop a dispatcher from closing a road.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4496" y="320040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3200400"/>
            <a:ext cx="2816352" cy="438912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325526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82512" y="379476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existing Google Routes. No claim of new GPS hardware or a trained model to buy.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98864" y="3200400"/>
            <a:ext cx="2816352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3200400"/>
            <a:ext cx="2816352" cy="438912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8592" y="3255264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880" y="379476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sending a unit into a known blocked corridor, which wastes time and fuel.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/ links of the reference and research 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7589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used in the prototype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Routes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3794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https://developers.google.com/maps/documentation/routes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geometry, ETA, alternatives, traffic-aware times.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JavaScript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0662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https://developers.google.com/maps/documentation/javascript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map tiles and markers only.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 repository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357530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https://github.com/LTGHOST01/Rapid_Route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software and evaluator schema.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20624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scoring note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44398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docs/ROUTING_ALGORITHM.md in the repo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6634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Weights, blocked-road rule, reroute thresholds.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50749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scenarios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531266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CSV/JSON schema in the repo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55321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traffic, heavy traffic, blockage, unreachable.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051560"/>
            <a:ext cx="3657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234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not cite as fact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21040" y="2057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trained AI paper.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2743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municipal live-feed source.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invented casualty statistics.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4114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claim that motion is GPS.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8006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claim we built Google's roads.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653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submission-Template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6565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RapidRoute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30000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RapidRoute | SIH Idea Presentation | RIH-PS-011</dc:title>
  <dc:subject>SIH idea format: Intelligent Emergency Vehicle Route Management</dc:subject>
  <dc:creator>RapidRoute</dc:creator>
  <cp:lastModifiedBy>RapidRoute</cp:lastModifiedBy>
  <cp:revision>1</cp:revision>
  <dcterms:created xsi:type="dcterms:W3CDTF">2026-08-25T04:10:03Z</dcterms:created>
  <dcterms:modified xsi:type="dcterms:W3CDTF">2026-08-25T04:10:03Z</dcterms:modified>
</cp:coreProperties>
</file>